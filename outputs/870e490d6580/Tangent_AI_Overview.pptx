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introducing the core concept of Tangent AI as an intelligent, collaborative agent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each specialist role and its key responsibilities. Emphasize how the CEO orchestrator coordinates across all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key business drivers and competitive benefits that make Tangent AI a strategic asset.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Tangent AI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Agent Team for Enterprise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Tangent AI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coordinated AI agent workforce designed to handle complex, multi-domain tasks</a:t>
            </a:r>
          </a:p>
          <a:p>
            <a:r>
              <a:t>Orchestrated decision-making meets specialized expertise</a:t>
            </a:r>
          </a:p>
          <a:p>
            <a:r>
              <a:t>Purpose-built to reduce friction and accelerate high-stakes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Tangent AI Agent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CEO Orchestrator — Routes requests intelligently; makes final decisions; ensures cohesive execution</a:t>
            </a:r>
          </a:p>
          <a:p>
            <a:r>
              <a:t>Document Specialist — Ingests, analyzes, and synthesizes written materials; supports due diligence and compliance</a:t>
            </a:r>
          </a:p>
          <a:p>
            <a:r>
              <a:t>Data Specialist — Processes structured datasets; performs analysis, validation, and reporting</a:t>
            </a:r>
          </a:p>
          <a:p>
            <a:r>
              <a:t>Records Specialist — Manages information architecture, accuracy, and regulatory compliance</a:t>
            </a:r>
          </a:p>
          <a:p>
            <a:r>
              <a:t>Writing Specialist — Drafts reports and communications; tailors tone and format to audience</a:t>
            </a:r>
          </a:p>
          <a:p>
            <a:r>
              <a:t>Creative Media Specialist — Designs visuals, graphics, and multimedia assets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Tangent AI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 &amp; Efficiency — Parallel processing eliminates handoffs; faster turnaround</a:t>
            </a:r>
          </a:p>
          <a:p>
            <a:r>
              <a:t>Quality &amp; Consistency — Specialist expertise + orchestration oversight ensures depth and alignment</a:t>
            </a:r>
          </a:p>
          <a:p>
            <a:r>
              <a:t>Scalability — Handle concurrent projects without proportional resource strain</a:t>
            </a:r>
          </a:p>
          <a:p>
            <a:r>
              <a:t>Risk Mitigation — Built-in compliance, audit trails, and CEO oversight prevent errors</a:t>
            </a:r>
          </a:p>
          <a:p>
            <a:r>
              <a:t>Strategic Impact — Frees high-value teams to focus on judgment-heavy work; transforms routine tasks into competitive advantage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