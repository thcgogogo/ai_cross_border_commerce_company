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compelling hook about what Tangent AI is and why it matters. Emphasize the orchestrated team approach vs. fragmented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specialist role and their core responsibility. Emphasize how the CEO Orchestrator ties them all together. Consider displaying an organizational diagram showing the orchestrator with specialists around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value proposition. Emphasize the unique benefits: unified coordination, enterprise readiness, and specialized depth. End with call-to-action tagline.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Tangent AI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Agent Team. Enterprise Expertise. Scalable Automation.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Tangent AI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 Agent Team</a:t>
            </a:r>
          </a:p>
          <a:p>
            <a:r>
              <a:t>Enterprise Expertise</a:t>
            </a:r>
          </a:p>
          <a:p>
            <a:r>
              <a:t>Scalable Automation</a:t>
            </a:r>
          </a:p>
          <a:p>
            <a:r>
              <a:t>A coordinated team of specialized AI agents designed to handle complex business workflows—from document intelligence to creative production—working seamlessly under unified orchestration.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Tangent AI Agent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CEO Orchestrator – Routes tasks, manages priorities, ensures seamless collaboration</a:t>
            </a:r>
          </a:p>
          <a:p>
            <a:r>
              <a:t>Document Agent – Extracts, analyzes, and processes complex documents with precision</a:t>
            </a:r>
          </a:p>
          <a:p>
            <a:r>
              <a:t>Data Agent – Transforms raw data into actionable insights and reporting</a:t>
            </a:r>
          </a:p>
          <a:p>
            <a:r>
              <a:t>Records Agent – Manages information architecture, ensures accuracy and compliance</a:t>
            </a:r>
          </a:p>
          <a:p>
            <a:r>
              <a:t>Writing Agent – Produces high-quality business content and strategic narratives</a:t>
            </a:r>
          </a:p>
          <a:p>
            <a:r>
              <a:t>Creative Media Agent – Generates visual concepts and multimedia assets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Tangent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Intelligence – One orchestrated team replaces fragmented point solutions</a:t>
            </a:r>
          </a:p>
          <a:p>
            <a:r>
              <a:t>Enterprise-Ready – Built for compliance, security, and organizational workflows</a:t>
            </a:r>
          </a:p>
          <a:p>
            <a:r>
              <a:t>Speed &amp; Scale – Automate routine tasks while freeing teams for strategic work</a:t>
            </a:r>
          </a:p>
          <a:p>
            <a:r>
              <a:t>Specialist Depth – Each agent brings dedicated expertise—no generalist compromise</a:t>
            </a:r>
          </a:p>
          <a:p>
            <a:r>
              <a:t>Seamless Handoff – Agents collaborate automatically; humans stay in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